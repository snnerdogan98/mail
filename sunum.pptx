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Web Sitesi Yenileme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 sunumu · Ekim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Hedefler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Telefonda düzgün görünen yeni tasarım</a:t>
            </a:r>
          </a:p>
          <a:p>
            <a:r>
              <a:t>Daha hızlı açılan sayfalar</a:t>
            </a:r>
          </a:p>
          <a:p>
            <a:r>
              <a:t>Kolay yönetim paneli</a:t>
            </a:r>
          </a:p>
          <a:p>
            <a:r>
              <a:t>Türkçe ve İngilizce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Takvim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828800"/>
          <a:ext cx="9144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685800">
                <a:tc>
                  <a:txBody>
                    <a:bodyPr/>
                    <a:lstStyle/>
                    <a:p>
                      <a:r>
                        <a:t>Aşama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Süre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Bitiş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Tasarım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 hafta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 Ekim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Yazılım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 hafta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 Kasım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Yayın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hafta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 Kasım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